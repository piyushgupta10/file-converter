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yush_Gupta (1) (1)_pag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